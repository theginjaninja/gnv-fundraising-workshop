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Hook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Problem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Solution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Market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Product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Business Model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Traction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Team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Vision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Ask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deck versions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forwardable email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A580D"/>
                </a:solidFill>
                <a:latin typeface="Calibri"/>
              </a:rPr>
              <a:t>Exercise 2: Deck Building</a:t>
            </a:r>
          </a:p>
          <a:p>
            <a:pPr algn="l">
              <a:spcBef>
                <a:spcPts val="1200"/>
              </a:spcBef>
            </a:pPr>
            <a:r>
              <a:rPr sz="2000" b="0">
                <a:solidFill>
                  <a:srgbClr val="64748B"/>
                </a:solidFill>
                <a:latin typeface="Calibri"/>
              </a:rPr>
              <a:t>From Evidence Grid to Investor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1: The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30 seconds max. A stat, a question, or a story that makes investors lean forward.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2: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Who has this problem? How painful is it? What are they doing about it today? Show you understand the customer deeply.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3: 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Show, do not tell. A demo screenshot or diagram beats a paragraph. Keep it simple.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4: 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Bottom-up sizing only. Start from customers you can actually reach. TAM/SAM/SOM with clear logic.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5: 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features, not a feature list. What makes this defensible? Show the product working.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6: 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How do you make money? What does a customer pay? What are your unit economics? Keep it honest.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7: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Revenue, users, growth rate, partnerships, LOIs. Only include evidence that passes the Say-Do Gap test.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8: The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Why does this team win? Relevant experience, domain expertise, unfair advantages. Not CVs.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9: The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Where does this go? What does the world look like if you succeed? Paint the 5-year picture.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10: 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How much are you raising? What will you spend it on? What milestones will it unlock? Be specific.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Three Deck Versions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You need three versions of your deck: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Teaser Deck (5-7 slides): </a:t>
            </a:r>
            <a:r>
              <a:rPr sz="1800" b="0">
                <a:solidFill>
                  <a:srgbClr val="0F172A"/>
                </a:solidFill>
                <a:latin typeface="Calibri"/>
              </a:rPr>
              <a:t>The version you send cold. Short, visual, high-level. Gets you the meeting. No confidential details.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Presenting Deck (10-12 slides): </a:t>
            </a:r>
            <a:r>
              <a:rPr sz="1800" b="0">
                <a:solidFill>
                  <a:srgbClr val="0F172A"/>
                </a:solidFill>
                <a:latin typeface="Calibri"/>
              </a:rPr>
              <a:t>The version you present live. Minimal text, maximum visuals. You are the narrative, the slides are the backdrop.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Reading Deck (15-20 slides): </a:t>
            </a:r>
            <a:r>
              <a:rPr sz="1800" b="0">
                <a:solidFill>
                  <a:srgbClr val="0F172A"/>
                </a:solidFill>
                <a:latin typeface="Calibri"/>
              </a:rPr>
              <a:t>The version that gets forwarded internally. Must stand alone without you presenting. Includes appendix with detail.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Forwardable Email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Subject: </a:t>
            </a:r>
            <a:r>
              <a:rPr sz="1800" b="0">
                <a:solidFill>
                  <a:srgbClr val="0F172A"/>
                </a:solidFill>
                <a:latin typeface="Calibri"/>
              </a:rPr>
              <a:t>[Company] - [one line description]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Hi [Name],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[One sentence on why you are reaching out to them specifically.]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[Company] is [one sentence description]. We [key traction point].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We are raising [amount] to [what the money unlocks].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Deck attached. Happy to jump on a 20-minute call this week.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[Your name]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[LinkedIn / website]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Keep it under 150 words. Make it easy to forward.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