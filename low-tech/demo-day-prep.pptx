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preparing a timing structure for my startup [describe your startup]. Help me review my timing breakdown and suggest where I am spending too long or too short. Be specific and actionable. Push back if my answers are vague or unconvincing.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preparing a hook for my startup [describe your startup]. Help me help me write four versions of my opening hook: a startling statistic, a provocative question, a customer pain story, and a bold claim. Rate each one and tell me which is strongest. Be specific and actionable. Push back if my answers are vague or unconvincing.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preparing a Q&amp;A preparation for my startup [describe your startup]. Help me give me the 10 hardest questions an investor would ask about my startup. For each one, help me write a 30-second answer that is honest and confident. Be specific and actionable. Push back if my answers are vague or unconvincing.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preparing a pitch review for my startup [describe your startup]. Help me review my pitch for these common mistakes and tell me honestly where I am falling into any of these traps. Be specific and actionable. Push back if my answers are vague or unconvincing.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preparing a delivery for my startup [describe your startup]. Help me act as a pitch coach and give me feedback on my delivery based on these criteria. Be specific and actionable. Push back if my answers are vague or unconvincing.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PROMPT (paste into ChatGPT or Claude):</a:t>
            </a:r>
          </a:p>
          <a:p/>
          <a:p>
            <a:r>
              <a:t>I am preparing a day-of preparation for my startup [describe your startup]. Help me help me create a personalised checklist for my demo day based on my specific setup and presentation needs. Be specific and actionable. Push back if my answers are vague or unconvincing.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A580D"/>
                </a:solidFill>
                <a:latin typeface="Calibri"/>
              </a:rPr>
              <a:t>Exercise 4: Demo Day Prep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64748B"/>
                </a:solidFill>
                <a:latin typeface="Calibri"/>
              </a:rPr>
              <a:t>From Deck to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Timing Structure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 Time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Your Time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0:00 - 0:30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0:30 - 1:00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1:00 - 1:45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1:45 - 2:15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2:15 - 2:45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Business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2:45 - 3:15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3:15 - 3:45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3:45 - 4:00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4:00 - 4:15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The 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4:15 - 4:30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Calibri"/>
                        </a:rPr>
                        <a:t>4:30 - 5:00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Hook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Write one version of each hook type. Pick the strongest.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Startling Statistic: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Provocative Question: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Customer Pain Story: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Bold Claim: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Q&amp;A Preparation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Hardest Question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Your Answer (30 seconds max)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1. Starting with your company history instead of the problem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2. Reading from slides instead of presenting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3. Using jargon that only you understand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4. Claiming a massive TAM without bottom-up logic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5. Showing vanity metrics instead of real traction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6. Skipping the ask or being vague about the raise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7. Going over time (instant credibility killer)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8. Not practising Q&amp;A (the real pitch happens in Q&amp;A)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9. Presenting features instead of outcomes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10. No clear call to action at the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Delivery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Pace: </a:t>
            </a:r>
            <a:r>
              <a:rPr sz="1800" b="0">
                <a:solidFill>
                  <a:srgbClr val="0F172A"/>
                </a:solidFill>
                <a:latin typeface="Calibri"/>
              </a:rPr>
              <a:t>Slow down. You will speak 30% faster under adrenaline.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Pauses: </a:t>
            </a:r>
            <a:r>
              <a:rPr sz="1800" b="0">
                <a:solidFill>
                  <a:srgbClr val="0F172A"/>
                </a:solidFill>
                <a:latin typeface="Calibri"/>
              </a:rPr>
              <a:t>Pause after key points. Let them land.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Eye Contact: </a:t>
            </a:r>
            <a:r>
              <a:rPr sz="1800" b="0">
                <a:solidFill>
                  <a:srgbClr val="0F172A"/>
                </a:solidFill>
                <a:latin typeface="Calibri"/>
              </a:rPr>
              <a:t>Pick three spots in the room. Rotate between them.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Stance: </a:t>
            </a:r>
            <a:r>
              <a:rPr sz="1800" b="0">
                <a:solidFill>
                  <a:srgbClr val="0F172A"/>
                </a:solidFill>
                <a:latin typeface="Calibri"/>
              </a:rPr>
              <a:t>Feet shoulder-width apart. Do not sway or pace.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Hands: </a:t>
            </a:r>
            <a:r>
              <a:rPr sz="1800" b="0">
                <a:solidFill>
                  <a:srgbClr val="0F172A"/>
                </a:solidFill>
                <a:latin typeface="Calibri"/>
              </a:rPr>
              <a:t>Gesture naturally. Do not grip the lectern or cross arms.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Voice: </a:t>
            </a:r>
            <a:r>
              <a:rPr sz="1800" b="0">
                <a:solidFill>
                  <a:srgbClr val="0F172A"/>
                </a:solidFill>
                <a:latin typeface="Calibri"/>
              </a:rPr>
              <a:t>Vary your tone. Monotone kills engagement.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Confidence: </a:t>
            </a:r>
            <a:r>
              <a:rPr sz="1800" b="0">
                <a:solidFill>
                  <a:srgbClr val="0F172A"/>
                </a:solidFill>
                <a:latin typeface="Calibri"/>
              </a:rPr>
              <a:t>State facts, do not hedge. 'We have' not 'we kind of have'.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Energy: </a:t>
            </a:r>
            <a:r>
              <a:rPr sz="1800" b="0">
                <a:solidFill>
                  <a:srgbClr val="0F172A"/>
                </a:solidFill>
                <a:latin typeface="Calibri"/>
              </a:rPr>
              <a:t>Match the energy to the moment. Hook = high. Team = warm. Ask = direct.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580D"/>
                </a:solidFill>
                <a:latin typeface="Calibri"/>
              </a:rPr>
              <a:t>Day-Of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1. Arrive 30 minutes early. Test your slides on the venue projector.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2. Bring your deck on USB and email it to yourself as backup.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3. Check fonts render correctly on the venue laptop.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4. Know the WiFi situation. Have an offline backup of any demos.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5. Bring business cards or have a QR code to your LinkedIn/deck.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6. Eat something. Low blood sugar kills presentation energy.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7. Do a final run-through at half speed. Focus on transitions between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